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524000" y="406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Разработка системы управления медицинскими услугами</a:t>
            </a:r>
            <a:endParaRPr/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8805053" y="3422342"/>
            <a:ext cx="308943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Разработчики (dev team</a:t>
            </a:r>
            <a:r>
              <a:rPr b="1" baseline="30000" lang="en-US" sz="2000"/>
              <a:t>©</a:t>
            </a:r>
            <a:r>
              <a:rPr lang="en-US" sz="2000"/>
              <a:t>): 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Гневнов А.Е</a:t>
            </a:r>
            <a:r>
              <a:rPr b="1" baseline="30000" lang="en-US" sz="2000"/>
              <a:t>©</a:t>
            </a:r>
            <a:endParaRPr sz="2000"/>
          </a:p>
          <a:p>
            <a:pPr indent="0" lvl="0" marL="0" rtl="0" algn="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Суворов Р.М.</a:t>
            </a:r>
            <a:r>
              <a:rPr b="1" baseline="30000" lang="en-US" sz="2000"/>
              <a:t>©</a:t>
            </a:r>
            <a:endParaRPr sz="2000"/>
          </a:p>
          <a:p>
            <a:pPr indent="0" lvl="0" marL="0" rtl="0" algn="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Адаменко С.С.</a:t>
            </a:r>
            <a:r>
              <a:rPr b="1" baseline="30000" lang="en-US" sz="2000"/>
              <a:t>©</a:t>
            </a:r>
            <a:endParaRPr sz="2000"/>
          </a:p>
        </p:txBody>
      </p:sp>
      <p:sp>
        <p:nvSpPr>
          <p:cNvPr id="15" name="Google Shape;15;p3"/>
          <p:cNvSpPr txBox="1"/>
          <p:nvPr/>
        </p:nvSpPr>
        <p:spPr>
          <a:xfrm>
            <a:off x="2771590" y="6012972"/>
            <a:ext cx="66488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Copyright 2024 by Artem Gnevnov, Roman Suvorov, Adamenko S.S.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950" y="3269486"/>
            <a:ext cx="2351228" cy="22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1125" y="1944210"/>
            <a:ext cx="3953523" cy="434496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248575"/>
            <a:ext cx="9144000" cy="1606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Предметная область и функционал:</a:t>
            </a:r>
            <a:endParaRPr/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337351" y="1944210"/>
            <a:ext cx="7563775" cy="478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Система управления медицинскими услугами, обеспечивающая автоматизацию процесса записи на приём к врачам.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Основные функции системы включают: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− Личный кабинет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− Запись на приём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− Администрирование системы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− Кроссплатформенность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− Навигация и фильтрация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ctrTitle"/>
          </p:nvPr>
        </p:nvSpPr>
        <p:spPr>
          <a:xfrm>
            <a:off x="1524000" y="319594"/>
            <a:ext cx="9144000" cy="9887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Выбор СУБД </a:t>
            </a:r>
            <a:endParaRPr/>
          </a:p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74594" y="1896454"/>
            <a:ext cx="8747464" cy="4513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/>
              <a:t>Интерфейс: предоставляет удобный интерфейс для работы с базами данных и обладает широким спектром функций, необходимых для реализации проекта.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/>
              <a:t>Поддержка стандарта SQL: Облегчает разработку и поддержку приложения.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/>
              <a:t>Удобный API: упрощает взаимодействие с базой данных из различных языков программирования.</a:t>
            </a:r>
            <a:endParaRPr/>
          </a:p>
        </p:txBody>
      </p:sp>
      <p:pic>
        <p:nvPicPr>
          <p:cNvPr descr="Picture backgroun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8388" y="319594"/>
            <a:ext cx="2384294" cy="1251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ctrTitle"/>
          </p:nvPr>
        </p:nvSpPr>
        <p:spPr>
          <a:xfrm>
            <a:off x="1524000" y="275207"/>
            <a:ext cx="9144000" cy="820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ER-диаграмма</a:t>
            </a:r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787" y="1231900"/>
            <a:ext cx="5940425" cy="56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ctrTitle"/>
          </p:nvPr>
        </p:nvSpPr>
        <p:spPr>
          <a:xfrm>
            <a:off x="1376039" y="0"/>
            <a:ext cx="9439922" cy="9676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Пример текстов запросов:</a:t>
            </a:r>
            <a:endParaRPr/>
          </a:p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64363" y="1560489"/>
            <a:ext cx="4011227" cy="207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u="sng"/>
              <a:t>Индексы:</a:t>
            </a:r>
            <a:endParaRPr/>
          </a:p>
          <a:p>
            <a:pPr indent="0" lvl="0" marL="0" rtl="0" algn="ctr">
              <a:lnSpc>
                <a:spcPct val="59375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/>
            </a:b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ON appointments (user_id);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79166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ON appointments (doctor_id);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6158883" y="1176143"/>
            <a:ext cx="55767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Функций</a:t>
            </a:r>
            <a:r>
              <a:rPr b="1" i="0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CREATE OR REPLACE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increment_completed_work()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TRIGGER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$$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completed_work = completed_work +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doctor_id = NEW.doctor_id;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NEW;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$$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LANGUAGE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plpgsql;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64363" y="3846265"/>
            <a:ext cx="6094520" cy="2005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     </a:t>
            </a:r>
            <a:r>
              <a:rPr b="1" i="0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Триггеры:</a:t>
            </a:r>
            <a:endParaRPr b="1" i="0" sz="2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59375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TRIGGER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update_completed_work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AFTER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appointments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EACH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(NEW.status = </a:t>
            </a:r>
            <a:r>
              <a:rPr lang="en-US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'completed'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EXECUTE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increment_completed_work();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6096000" y="5026642"/>
            <a:ext cx="6094520" cy="169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Таблицы: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EXISTS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pay (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doctor_id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REFERENCES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doctors(id),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completed_work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26000" y="310825"/>
            <a:ext cx="113400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Фронт проекта (2717 строк кода): </a:t>
            </a:r>
            <a:endParaRPr/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483" y="1593000"/>
            <a:ext cx="3761034" cy="36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ctrTitle"/>
          </p:nvPr>
        </p:nvSpPr>
        <p:spPr>
          <a:xfrm>
            <a:off x="467550" y="401000"/>
            <a:ext cx="112569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Бэк проекта (1039 строк кода): </a:t>
            </a: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3">
            <a:alphaModFix/>
          </a:blip>
          <a:srcRect b="0" l="0" r="3934" t="0"/>
          <a:stretch/>
        </p:blipFill>
        <p:spPr>
          <a:xfrm>
            <a:off x="4348017" y="1629000"/>
            <a:ext cx="3600845" cy="3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ctrTitle"/>
          </p:nvPr>
        </p:nvSpPr>
        <p:spPr>
          <a:xfrm>
            <a:off x="1524000" y="230820"/>
            <a:ext cx="9144000" cy="793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Демонстрация сервиса</a:t>
            </a:r>
            <a:endParaRPr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 b="20901" l="0" r="0" t="0"/>
          <a:stretch/>
        </p:blipFill>
        <p:spPr>
          <a:xfrm>
            <a:off x="1488489" y="1618786"/>
            <a:ext cx="9215021" cy="441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